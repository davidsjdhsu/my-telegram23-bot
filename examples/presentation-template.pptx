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6F1"/>
              </a:gs>
              <a:gs pos="100000">
                <a:srgbClr val="DCDBD6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61618"/>
                </a:solidFill>
                <a:latin typeface="Calibri"/>
              </a:defRPr>
            </a:pPr>
            <a:r>
              <a:t>[Название презентации]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2807C"/>
                </a:solidFill>
                <a:latin typeface="Calibri"/>
              </a:defRPr>
            </a:pPr>
            <a:r>
              <a:t>01  /  введение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6F1"/>
              </a:gs>
              <a:gs pos="100000">
                <a:srgbClr val="DCDBD6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1618"/>
                </a:solidFill>
                <a:latin typeface="Calibri"/>
              </a:defRPr>
            </a:pPr>
            <a:r>
              <a:t>[Заголовок слайда]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1005840" cy="54864"/>
          </a:xfrm>
          <a:prstGeom prst="rect">
            <a:avLst/>
          </a:prstGeom>
          <a:solidFill>
            <a:srgbClr val="161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464A"/>
                </a:solidFill>
                <a:latin typeface="Calibri"/>
              </a:defRPr>
            </a:pPr>
            <a:r>
              <a:t>[Текст слайда — первый абзац с ключевым фактом или тезисом]</a:t>
            </a:r>
            <a:br/>
            <a:br/>
            <a:r>
              <a:t>[Второй абзац — почему это важно]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2807C"/>
                </a:solidFill>
                <a:latin typeface="Calibri"/>
              </a:defRPr>
            </a:pPr>
            <a:r>
              <a:t>02  / 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6F1"/>
              </a:gs>
              <a:gs pos="100000">
                <a:srgbClr val="DCDBD6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1618"/>
                </a:solidFill>
                <a:latin typeface="Calibri"/>
              </a:defRPr>
            </a:pPr>
            <a:r>
              <a:t>[Заголовок слайда]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1005840" cy="54864"/>
          </a:xfrm>
          <a:prstGeom prst="rect">
            <a:avLst/>
          </a:prstGeom>
          <a:solidFill>
            <a:srgbClr val="161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464A"/>
                </a:solidFill>
                <a:latin typeface="Calibri"/>
              </a:defRPr>
            </a:pPr>
            <a:r>
              <a:t>[Текст слайда — первый абзац с ключевым фактом или тезисом]</a:t>
            </a:r>
            <a:br/>
            <a:br/>
            <a:r>
              <a:t>[Второй абзац — почему это важно]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2807C"/>
                </a:solidFill>
                <a:latin typeface="Calibri"/>
              </a:defRPr>
            </a:pPr>
            <a:r>
              <a:t>03  / 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6F1"/>
              </a:gs>
              <a:gs pos="100000">
                <a:srgbClr val="DCDBD6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1618"/>
                </a:solidFill>
                <a:latin typeface="Calibri"/>
              </a:defRPr>
            </a:pPr>
            <a:r>
              <a:t>[Заголовок слайда]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1005840" cy="54864"/>
          </a:xfrm>
          <a:prstGeom prst="rect">
            <a:avLst/>
          </a:prstGeom>
          <a:solidFill>
            <a:srgbClr val="161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464A"/>
                </a:solidFill>
                <a:latin typeface="Calibri"/>
              </a:defRPr>
            </a:pPr>
            <a:r>
              <a:t>[Текст слайда — первый абзац с ключевым фактом или тезисом]</a:t>
            </a:r>
            <a:br/>
            <a:br/>
            <a:r>
              <a:t>[Второй абзац — почему это важно]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2807C"/>
                </a:solidFill>
                <a:latin typeface="Calibri"/>
              </a:defRPr>
            </a:pPr>
            <a:r>
              <a:t>04  / 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